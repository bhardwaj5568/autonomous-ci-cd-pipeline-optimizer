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Autonomous CI/CD Pipeline Optimizer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Faster, safer, and more predictable software delivery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Integration-first platform for GitHub Actions, GitLab CI, and Jenkins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Slow and flaky pipelines delay feature releases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Risky releases cause rollbacks and outages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Teams lack clear deploy/go-no-go signal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CI/CD visibility is fragmented across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Ingests CI/CD events from multiple sources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Normalizes data into a common schema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Calculates release risk score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Recommends action: Deploy / Canary / Delay / Block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Provides live operational status UI and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Core Features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Canonical event ingestion pipeline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Source connectors for GitHub Actions, GitLab CI, Jenkins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Queue-based asynchronous processing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Rule-based risk scoring engine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RBAC-style access checks and optional API key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Audit logs and feedback loop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KPI and status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Architecture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1. CI/CD source emits run data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2. Connector maps payload to normalized schema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3. Events enter async queue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4. Scoring engine computes risk and recommendation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5. API/UI exposes checks, KPIs, and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Security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Role-based header access (viewer/operator/admin)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Optional API key control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Audit trail for system actions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Safe sharing practices and non-secret configuration model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No secret values hardcoded in repo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Live PASS/FAIL Operations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Blue indicator = PASS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Red indicator = FAIL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Overall status banner: OVERALL PASS / OVERALL FAIL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Auto-refresh for live operational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Demo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PASS demo: valid webhook payload, all_passed=true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FAIL demo: malformed payload, all_passed=false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Queue error check fails in FAIL scenario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Validation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Unit tests passed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API health checks successful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PASS and FAIL scripts verified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Status UI and /status/checks verified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GitHub repository updated with latest docs and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Faster release decisions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Reduced rollback risk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Higher deployment confidence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Better cross-tool observability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Improved engineering governance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Current Scope and Known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Local runnable backend MVP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Rule-based risk engine and multi-source ingestion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Queue fail counter resets on restart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Status UI is operational snapshot, not long-term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Jenkins production onboarding flow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Persistent queue and production datastore hardening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CI automation for build/test/release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Advanced risk calibration from real workload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